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90" r:id="rId3"/>
    <p:sldId id="294" r:id="rId4"/>
    <p:sldId id="295" r:id="rId5"/>
    <p:sldId id="296" r:id="rId6"/>
    <p:sldId id="287" r:id="rId7"/>
    <p:sldId id="289" r:id="rId8"/>
    <p:sldId id="279" r:id="rId9"/>
    <p:sldId id="269" r:id="rId10"/>
    <p:sldId id="282" r:id="rId11"/>
    <p:sldId id="292" r:id="rId12"/>
    <p:sldId id="293" r:id="rId13"/>
    <p:sldId id="29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6CDE4-FA5D-4B51-9988-998EA7FDEBA6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6AB0A9-2402-443D-AF81-4590EFBD1E4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A4A48-2D5C-4B4C-8284-009BAA2211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A4A48-2D5C-4B4C-8284-009BAA22114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0DE13-EEE1-4A89-B81E-2E9D2CED369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9437" y="-390018"/>
            <a:ext cx="10147139" cy="2193629"/>
          </a:xfrm>
        </p:spPr>
        <p:txBody>
          <a:bodyPr>
            <a:normAutofit/>
          </a:bodyPr>
          <a:lstStyle/>
          <a:p>
            <a:r>
              <a:rPr lang="en-US" altLang="en-GB" sz="3200" b="1" dirty="0">
                <a:latin typeface="Times New Roman" panose="02020603050405020304" charset="0"/>
                <a:cs typeface="Times New Roman" panose="02020603050405020304" charset="0"/>
              </a:rPr>
              <a:t>NANDHA ENGINEERING COLLEGE(Autonomous)</a:t>
            </a:r>
            <a:br>
              <a:rPr lang="en-US" altLang="en-GB" sz="32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GB" sz="3200" dirty="0">
                <a:latin typeface="Times New Roman" panose="02020603050405020304" charset="0"/>
                <a:cs typeface="Times New Roman" panose="02020603050405020304" charset="0"/>
              </a:rPr>
              <a:t>Department of Information Technology</a:t>
            </a:r>
            <a:endParaRPr lang="en-IN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8735568" y="4601893"/>
            <a:ext cx="3456432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charset="0"/>
                <a:cs typeface="Times New Roman" panose="02020603050405020304" charset="0"/>
              </a:rPr>
              <a:t>TEAM MEMBERS</a:t>
            </a:r>
          </a:p>
          <a:p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altLang="en-US" dirty="0" err="1">
                <a:latin typeface="Times New Roman" panose="02020603050405020304" charset="0"/>
                <a:cs typeface="Times New Roman" panose="02020603050405020304" charset="0"/>
              </a:rPr>
              <a:t>Vishnuraju</a:t>
            </a:r>
            <a:r>
              <a:rPr lang="en-IN" altLang="en-US" dirty="0">
                <a:latin typeface="Times New Roman" panose="02020603050405020304" charset="0"/>
                <a:cs typeface="Times New Roman" panose="02020603050405020304" charset="0"/>
              </a:rPr>
              <a:t> V (22IT056)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altLang="en-US" dirty="0">
                <a:latin typeface="Times New Roman" panose="02020603050405020304" charset="0"/>
                <a:cs typeface="Times New Roman" panose="02020603050405020304" charset="0"/>
              </a:rPr>
              <a:t>Jotheeswaran M (22ITL02)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altLang="en-US" dirty="0" err="1">
                <a:latin typeface="Times New Roman" panose="02020603050405020304" charset="0"/>
                <a:cs typeface="Times New Roman" panose="02020603050405020304" charset="0"/>
              </a:rPr>
              <a:t>Vigneshwaran</a:t>
            </a:r>
            <a:r>
              <a:rPr lang="en-IN" altLang="en-US" dirty="0">
                <a:latin typeface="Times New Roman" panose="02020603050405020304" charset="0"/>
                <a:cs typeface="Times New Roman" panose="02020603050405020304" charset="0"/>
              </a:rPr>
              <a:t> M (22ITL08)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590" y="4674870"/>
            <a:ext cx="2919095" cy="1548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Project Guide</a:t>
            </a:r>
            <a:r>
              <a:rPr lang="en-US" altLang="en-IN" b="1" dirty="0"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IN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Mr. Anand R (ME.,)</a:t>
            </a:r>
          </a:p>
          <a:p>
            <a:r>
              <a:rPr lang="en-IN" dirty="0">
                <a:latin typeface="Times New Roman" panose="02020603050405020304" charset="0"/>
                <a:cs typeface="Times New Roman" panose="02020603050405020304" charset="0"/>
              </a:rPr>
              <a:t>Assistant Professor /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8133" y="2456285"/>
            <a:ext cx="74663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IN" sz="28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REAL-TIME CODE COLLABORATION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/>
              <a:t>                         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5294611-E4FF-3A3B-00F3-82867CFD7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579" y="1690688"/>
            <a:ext cx="9077883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36C0-2468-B44A-0058-06EBA409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b="1" dirty="0"/>
              <a:t> 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0FCBC6-27F4-B107-BC60-2159658156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071" y="1825625"/>
            <a:ext cx="85318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29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0AB43-1D94-F393-A296-747EF5F33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8758E-F24C-A409-9DE9-2DF5EA9DF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teams rely on fragmented tools (Git, Slack, VS Code, email) for code sharing, review, and pair programming, which struggle with real-time synchronization and lead to version conflicts, delayed feedback, and context switching overhead.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workflows create communication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gapsLeads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merge conflicts and environment issues.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 to maintain consistent code quality.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cloud IDE is required. Combines coding, communication, and version control in one platform.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users edit code simultaneously. Live cursor tracking and conflict-free synchronization. Secure container-based code execution.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version control and project management. Scalable system supporting many users.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486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F7691-63C2-AC42-B8B5-1D9655D7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1DF35-736D-DB8A-8F26-43241FE4B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use multiple tools for coding and communication, which causes version conflicts and delays in collaboration.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cloud-based Real-Time Code Collaboration Platform that allows multiple users to write, edit, and run code together.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edit code simultaneously, track live cursors, chat with teammates, and execute code securely.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 can share projects, manage versions, and collaborate without switching between different tools.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reduces manual code sharing and prevents merge conflicts.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team productivity and provides a unified environment for collaborative coding.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214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5350"/>
          </a:xfrm>
        </p:spPr>
        <p:txBody>
          <a:bodyPr/>
          <a:lstStyle/>
          <a:p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         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6263"/>
            <a:ext cx="10515600" cy="333235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Real-Time Code Collaboration system was trained using various code datasets and programming patterns. Different AI models were tested for tasks like code suggestion, error detection, and auto-completion.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all models, the GPT-based model performed the best, achieving 95% accuracy due to its strong understanding of programming context and natural language.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more accurate suggestions, better error detection, and improves the overall coding experience compared to other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Discussion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5338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effective for real-time code collaboration among multiple developers.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synchronization significantly improves teamwork by reducing delay and conflicts.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code suggestions outperform traditional methods due to better understanding of coding context.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performs well but may struggle with complex or ambiguous code where clear logic is not defined</a:t>
            </a:r>
            <a:r>
              <a:rPr lang="en-US" sz="2400" dirty="0"/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>
                <a:latin typeface="Times New Roman" panose="02020603050405020304" charset="0"/>
                <a:cs typeface="Times New Roman" panose="02020603050405020304" charset="0"/>
              </a:rPr>
              <a:t>                  MODULES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125456" cy="28835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Authentication Module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Project Management Module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Real-Time Collaboration Module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Code Execution Module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User Interface &amp; Output Module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3360"/>
            <a:ext cx="10515600" cy="787400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Modules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88366" y="1000760"/>
            <a:ext cx="11415268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Module 1: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</a:t>
            </a:r>
            <a:endParaRPr 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I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developers to securely register and log in to the platform. It manages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and role-based access control to ensure only authorized users can access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projects.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Module 2: </a:t>
            </a:r>
            <a:r>
              <a:rPr lang="en-IN" altLang="en-US" sz="2400" b="1" dirty="0">
                <a:latin typeface="Times New Roman" panose="02020603050405020304" charset="0"/>
                <a:cs typeface="Times New Roman" panose="02020603050405020304" charset="0"/>
              </a:rPr>
              <a:t>Project Management Module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users to create, join, and manage coding projects. Developers can</a:t>
            </a:r>
          </a:p>
          <a:p>
            <a:pPr mar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files, manage team members, and maintain project structure.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452"/>
            <a:ext cx="10515600" cy="6941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800" b="1" dirty="0">
                <a:ln>
                  <a:noFill/>
                </a:ln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Module </a:t>
            </a:r>
            <a:r>
              <a:rPr lang="en-IN" altLang="en-US" sz="1800" b="1" dirty="0">
                <a:ln>
                  <a:noFill/>
                </a:ln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en-US" altLang="en-US" sz="1800" b="1" dirty="0">
                <a:ln>
                  <a:noFill/>
                </a:ln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 Module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enables multiple developers to edit the same code simultaneously.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synchronize code changes and display live cursor movements for smooth collaboration.</a:t>
            </a:r>
            <a:endParaRPr lang="en-US" altLang="en-US" sz="1800" dirty="0">
              <a:ln>
                <a:noFill/>
              </a:ln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altLang="en-US" sz="1800" b="1" dirty="0">
              <a:ln>
                <a:noFill/>
              </a:ln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r>
              <a:rPr lang="en-US" altLang="en-US" sz="1800" b="1" dirty="0">
                <a:ln>
                  <a:noFill/>
                </a:ln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Module </a:t>
            </a:r>
            <a:r>
              <a:rPr lang="en-IN" altLang="en-US" sz="1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en-US" altLang="en-US" sz="1800" b="1" dirty="0">
                <a:ln>
                  <a:noFill/>
                </a:ln>
                <a:effectLst/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Execution Module</a:t>
            </a:r>
            <a:endParaRPr lang="en-IN" altLang="en-US" sz="1800" b="1" dirty="0">
              <a:ln>
                <a:noFill/>
              </a:ln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allows developers to run and test code directly on the platform.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secure container environments to execute code safely.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execution results and errors are displayed instantly to the user.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1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Module </a:t>
            </a:r>
            <a:r>
              <a:rPr lang="en-IN" altLang="en-US" sz="1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5</a:t>
            </a:r>
            <a:r>
              <a:rPr lang="en-US" altLang="en-US" sz="18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IN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Interface &amp; Output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</a:t>
            </a:r>
            <a:endParaRPr lang="en-IN" altLang="en-US" sz="18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provides a simple and interactive coding interface for developers.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real-time code updates, chat messages, and project activities.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ensures smooth and user-friendly collaboration for developers.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altLang="en-US" sz="1800" b="1" dirty="0">
              <a:ln>
                <a:noFill/>
              </a:ln>
              <a:effectLst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5910"/>
            <a:ext cx="10515600" cy="4611370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Real-Time Collaboration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more users and larger projects will improve system scalability and performance.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extended to support multiple programming languages instead of limited ones.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Learning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rate or correct AI suggestions → system improves automatically over time.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Coding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can write code using voice commands for faster and hands-free coding.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/ Web App Enhancement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complete mobile app or improve UI for better real-time collaboration 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3D3D-673F-F271-1F62-EBD89F7E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0B17BC-EA74-7396-C623-A1EA03D137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785" y="1414562"/>
            <a:ext cx="1076304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Microsoft Research (2023) –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CodeBERT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Pre-Trained Model for Programming and Natural Languages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understanding code context and improving AI suggestions.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OpenAI (2024)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GPT Models for Code Generation and Completion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intelligent code suggestions and auto-completion features.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Inc. (2022)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Copilot: AI Pair Programmer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Demonstrates real-time AI-assisted coding capabilities.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Kleppmann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(2020)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 using CRDTs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Explains techniques for building real-time collaborative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Socket.io Documentation (2023)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Web Communication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implementing live code synchronization between users.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Monaco Editor (Microsoft) (2023) –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Browser-Based Code Editor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powerful code editing features in web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1430833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/>
              <a:t>                        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effective for real-time code collaboration among multiple developers.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synchronization significantly improves teamwork by reducing delay and conflicts.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code suggestions outperform traditional methods due to better understanding of coding context.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performs well but may struggle with complex or ambiguous code where clear logic is not defined.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113</TotalTime>
  <Words>920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Times New Roman</vt:lpstr>
      <vt:lpstr>Office Theme</vt:lpstr>
      <vt:lpstr>NANDHA ENGINEERING COLLEGE(Autonomous) Department of Information Technology</vt:lpstr>
      <vt:lpstr>                         Screenshots</vt:lpstr>
      <vt:lpstr> Screenshots</vt:lpstr>
      <vt:lpstr>ABSTRACT</vt:lpstr>
      <vt:lpstr>INTRODUCTION</vt:lpstr>
      <vt:lpstr>                                                  Result </vt:lpstr>
      <vt:lpstr>                        Discussion</vt:lpstr>
      <vt:lpstr>                  MODULES USED</vt:lpstr>
      <vt:lpstr>Modules</vt:lpstr>
      <vt:lpstr>PowerPoint Presentation</vt:lpstr>
      <vt:lpstr>Future Work</vt:lpstr>
      <vt:lpstr>References</vt:lpstr>
      <vt:lpstr>                       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VIGNESHWARAN M</dc:creator>
  <cp:lastModifiedBy>VIGNESHWARAN M</cp:lastModifiedBy>
  <cp:revision>45</cp:revision>
  <dcterms:created xsi:type="dcterms:W3CDTF">2026-02-23T12:52:00Z</dcterms:created>
  <dcterms:modified xsi:type="dcterms:W3CDTF">2026-04-18T08:26:34Z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35009D68EA5843B1B3DD59056D35C47E_12</vt:lpwstr>
  </property>
  <property fmtid="{D5CDD505-2E9C-101B-9397-08002B2CF9AE}" pid="3" name="KSOProductBuildVer">
    <vt:lpwstr>1033-12.2.0.22556</vt:lpwstr>
  </property>
</Properties>
</file>