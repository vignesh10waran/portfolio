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60" r:id="rId3"/>
    <p:sldId id="261" r:id="rId4"/>
    <p:sldId id="256" r:id="rId5"/>
    <p:sldId id="263" r:id="rId6"/>
    <p:sldId id="257" r:id="rId7"/>
    <p:sldId id="264" r:id="rId8"/>
    <p:sldId id="276" r:id="rId9"/>
    <p:sldId id="266" r:id="rId10"/>
    <p:sldId id="267" r:id="rId11"/>
    <p:sldId id="271" r:id="rId12"/>
    <p:sldId id="272" r:id="rId13"/>
    <p:sldId id="262" r:id="rId14"/>
    <p:sldId id="269" r:id="rId15"/>
    <p:sldId id="25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29FD2-D4EA-4F3D-AFE9-C903DA43E765}" v="46" dt="2026-03-12T06:37:03.408"/>
  </p1510:revLst>
</p1510:revInfo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049" autoAdjust="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esh S" userId="6204cf9d0e038efe" providerId="LiveId" clId="{5172D111-74A9-47F5-AC34-4A70CDF0413F}"/>
    <pc:docChg chg="undo custSel addSld delSld modSld">
      <pc:chgData name="Pranesh S" userId="6204cf9d0e038efe" providerId="LiveId" clId="{5172D111-74A9-47F5-AC34-4A70CDF0413F}" dt="2026-03-12T06:37:09.235" v="92" actId="2696"/>
      <pc:docMkLst>
        <pc:docMk/>
      </pc:docMkLst>
      <pc:sldChg chg="modSp mod">
        <pc:chgData name="Pranesh S" userId="6204cf9d0e038efe" providerId="LiveId" clId="{5172D111-74A9-47F5-AC34-4A70CDF0413F}" dt="2026-03-12T06:34:06.429" v="74" actId="2711"/>
        <pc:sldMkLst>
          <pc:docMk/>
          <pc:sldMk cId="1225528052" sldId="256"/>
        </pc:sldMkLst>
        <pc:graphicFrameChg chg="mod modGraphic">
          <ac:chgData name="Pranesh S" userId="6204cf9d0e038efe" providerId="LiveId" clId="{5172D111-74A9-47F5-AC34-4A70CDF0413F}" dt="2026-03-12T06:34:06.429" v="74" actId="2711"/>
          <ac:graphicFrameMkLst>
            <pc:docMk/>
            <pc:sldMk cId="1225528052" sldId="256"/>
            <ac:graphicFrameMk id="4" creationId="{231C86DD-4CD1-3689-57ED-00A915825B5B}"/>
          </ac:graphicFrameMkLst>
        </pc:graphicFrameChg>
      </pc:sldChg>
      <pc:sldChg chg="modSp mod">
        <pc:chgData name="Pranesh S" userId="6204cf9d0e038efe" providerId="LiveId" clId="{5172D111-74A9-47F5-AC34-4A70CDF0413F}" dt="2026-03-12T06:35:25.382" v="85" actId="113"/>
        <pc:sldMkLst>
          <pc:docMk/>
          <pc:sldMk cId="1738791633" sldId="258"/>
        </pc:sldMkLst>
        <pc:spChg chg="mod">
          <ac:chgData name="Pranesh S" userId="6204cf9d0e038efe" providerId="LiveId" clId="{5172D111-74A9-47F5-AC34-4A70CDF0413F}" dt="2026-03-12T06:35:25.382" v="85" actId="113"/>
          <ac:spMkLst>
            <pc:docMk/>
            <pc:sldMk cId="1738791633" sldId="258"/>
            <ac:spMk id="3" creationId="{5F02FB4F-ED45-4585-9D62-F43114A81E15}"/>
          </ac:spMkLst>
        </pc:spChg>
      </pc:sldChg>
      <pc:sldChg chg="modSp mod">
        <pc:chgData name="Pranesh S" userId="6204cf9d0e038efe" providerId="LiveId" clId="{5172D111-74A9-47F5-AC34-4A70CDF0413F}" dt="2026-03-12T05:57:09.281" v="9" actId="2710"/>
        <pc:sldMkLst>
          <pc:docMk/>
          <pc:sldMk cId="2807407961" sldId="262"/>
        </pc:sldMkLst>
        <pc:spChg chg="mod">
          <ac:chgData name="Pranesh S" userId="6204cf9d0e038efe" providerId="LiveId" clId="{5172D111-74A9-47F5-AC34-4A70CDF0413F}" dt="2026-03-12T05:57:09.281" v="9" actId="2710"/>
          <ac:spMkLst>
            <pc:docMk/>
            <pc:sldMk cId="2807407961" sldId="262"/>
            <ac:spMk id="3" creationId="{B3768CA8-8EE3-9121-42D1-35EEED84EA7E}"/>
          </ac:spMkLst>
        </pc:spChg>
      </pc:sldChg>
      <pc:sldChg chg="del">
        <pc:chgData name="Pranesh S" userId="6204cf9d0e038efe" providerId="LiveId" clId="{5172D111-74A9-47F5-AC34-4A70CDF0413F}" dt="2026-03-12T06:37:09.235" v="92" actId="2696"/>
        <pc:sldMkLst>
          <pc:docMk/>
          <pc:sldMk cId="2992437223" sldId="265"/>
        </pc:sldMkLst>
      </pc:sldChg>
      <pc:sldChg chg="modSp mod">
        <pc:chgData name="Pranesh S" userId="6204cf9d0e038efe" providerId="LiveId" clId="{5172D111-74A9-47F5-AC34-4A70CDF0413F}" dt="2026-03-12T06:01:50.327" v="30" actId="2710"/>
        <pc:sldMkLst>
          <pc:docMk/>
          <pc:sldMk cId="2925020523" sldId="269"/>
        </pc:sldMkLst>
        <pc:spChg chg="mod">
          <ac:chgData name="Pranesh S" userId="6204cf9d0e038efe" providerId="LiveId" clId="{5172D111-74A9-47F5-AC34-4A70CDF0413F}" dt="2026-03-12T06:01:50.327" v="30" actId="2710"/>
          <ac:spMkLst>
            <pc:docMk/>
            <pc:sldMk cId="2925020523" sldId="269"/>
            <ac:spMk id="3" creationId="{E0D3ABD0-4279-45C0-C42B-BCA71CD3C4E2}"/>
          </ac:spMkLst>
        </pc:spChg>
      </pc:sldChg>
      <pc:sldChg chg="modSp add mod">
        <pc:chgData name="Pranesh S" userId="6204cf9d0e038efe" providerId="LiveId" clId="{5172D111-74A9-47F5-AC34-4A70CDF0413F}" dt="2026-03-12T06:37:03.407" v="91"/>
        <pc:sldMkLst>
          <pc:docMk/>
          <pc:sldMk cId="2995548021" sldId="276"/>
        </pc:sldMkLst>
        <pc:spChg chg="mod">
          <ac:chgData name="Pranesh S" userId="6204cf9d0e038efe" providerId="LiveId" clId="{5172D111-74A9-47F5-AC34-4A70CDF0413F}" dt="2026-03-12T06:37:03.407" v="91"/>
          <ac:spMkLst>
            <pc:docMk/>
            <pc:sldMk cId="2995548021" sldId="276"/>
            <ac:spMk id="2" creationId="{A9F4C682-BBA6-F0A9-DCB5-139FF289B2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2EB78-3D2D-420A-85F7-2F43C9E808D3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580FA-8E01-4ABE-A447-D7B5DBCAB5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699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580FA-8E01-4ABE-A447-D7B5DBCAB59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8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30CD-3F5C-3CBF-A86E-FCA54D2F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A5AE-D70B-680B-8896-E8D1A47B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D026F-BE2B-E8A5-E7EB-30B239E8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FE9C-AAEC-4118-B1AF-2204E5030F6A}" type="datetimeFigureOut">
              <a:rPr lang="en-IN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FB33A-248B-F726-EDA6-ADDA7558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AC2A-FF72-6C78-ADFE-74D678C0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3239-4746-4602-83B1-A5F2205FE59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664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0DAF-2176-EFD8-C6DF-475473A1C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595DC-4B25-0B0F-E1DC-3BD298503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BB0F-41C9-FC86-F3A8-2CE9AD85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FE9C-AAEC-4118-B1AF-2204E5030F6A}" type="datetimeFigureOut">
              <a:rPr lang="en-IN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BBD71-DD90-26A5-65E8-AAC70EE1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DA88E-CD32-BC01-8281-6619ED49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3239-4746-4602-83B1-A5F2205FE59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37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6488-E22F-D4BC-D88B-3EE185735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47D3D-EB63-A385-7A3D-7FD8BA09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FFE9C-AAEC-4118-B1AF-2204E5030F6A}" type="datetimeFigureOut">
              <a:rPr lang="en-IN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65A7C-F3C0-7A75-3B61-74695C2E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DB653-0C15-C092-1904-C3817D83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33239-4746-4602-83B1-A5F2205FE59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885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CA436-7F0E-B1FA-BBE5-7EA18AF2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1C7AC-4858-7D93-2E47-2AB602BF0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1F3C3-3FF1-CB51-C9EF-C8F92D850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8FFE9C-AAEC-4118-B1AF-2204E5030F6A}" type="datetimeFigureOut">
              <a:rPr lang="en-IN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78AB-8281-A975-F417-732A8BA1D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2E103-B626-A430-D45E-F4520EE0AB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33239-4746-4602-83B1-A5F2205FE597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85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69660-4EDA-70FA-F5D3-6F9D4B4A2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4316" y="2357638"/>
            <a:ext cx="7723367" cy="707887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CODE COLLABORATION </a:t>
            </a:r>
            <a:b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2132A-269E-C688-38BA-497AC5C8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6160" y="3429000"/>
            <a:ext cx="4415623" cy="2260599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VISHNURAJU.V (22IT056)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JOTHEESWARAN.M (22ITL02)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VIGNESHWARAN.M (22ITL08)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B6BCD-B7DA-0645-8DC9-22C608A6DE76}"/>
              </a:ext>
            </a:extLst>
          </p:cNvPr>
          <p:cNvSpPr txBox="1"/>
          <p:nvPr/>
        </p:nvSpPr>
        <p:spPr>
          <a:xfrm>
            <a:off x="1296062" y="516835"/>
            <a:ext cx="97960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Nandha Engineering College</a:t>
            </a:r>
            <a:b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  <a:b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IN" sz="3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9885E-D9A0-D687-A54E-0A9ADEB6E012}"/>
              </a:ext>
            </a:extLst>
          </p:cNvPr>
          <p:cNvSpPr txBox="1"/>
          <p:nvPr/>
        </p:nvSpPr>
        <p:spPr>
          <a:xfrm>
            <a:off x="1296062" y="3429000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2000" spc="-25" dirty="0">
                <a:latin typeface="Times New Roman"/>
                <a:cs typeface="Times New Roman"/>
              </a:rPr>
              <a:t>ANAND 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(AP/IT)</a:t>
            </a:r>
          </a:p>
        </p:txBody>
      </p:sp>
    </p:spTree>
    <p:extLst>
      <p:ext uri="{BB962C8B-B14F-4D97-AF65-F5344CB8AC3E}">
        <p14:creationId xmlns:p14="http://schemas.microsoft.com/office/powerpoint/2010/main" val="253381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F3F7-0EAF-E8C2-4007-8CF92307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25" y="365125"/>
            <a:ext cx="10590475" cy="596983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7CC1-C4CC-EE47-0D74-B1408A4FB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325" y="1115770"/>
            <a:ext cx="8870343" cy="462645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teams rely on fragmented tools (Git, Slack, VS Code, email) for code sharing, review, and pair programming, which struggle with real-time synchronization and lead to version conflicts, delayed feedback, and context switching overhead.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workflows create communication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gapsLeads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merge conflicts and environment issues.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maintain consistent code quality.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cloud IDE is required. Combines coding, communication, and version control in one platform.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edit code simultaneously. Live cursor tracking and conflict-free synchronization. Secure container-based code execution.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version control and project management. Scalable system supporting many users.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0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9284-093B-8E65-8908-C699DAA4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2DB7E-6CD0-3F87-2A87-A6549EEC9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81661" cy="4351338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multiple tools for coding and communication, which causes version conflicts and delays in collaboration.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 Real-Time Code Collaboration Platform that allows multiple users to write, edit, and run code together.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edit code simultaneously, track live cursors, chat with teammates, and execute code securely.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can share projects, manage versions, and collaborate without switching between different tools.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code sharing and prevents merge conflicts.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team productivity and provides a unified environment for collaborative coding.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4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7A5C-CECE-8D0A-C288-744BC808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3" y="51682"/>
            <a:ext cx="4277802" cy="608277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1C86DD-4CD1-3689-57ED-00A915825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863227"/>
              </p:ext>
            </p:extLst>
          </p:nvPr>
        </p:nvGraphicFramePr>
        <p:xfrm>
          <a:off x="494935" y="997779"/>
          <a:ext cx="11202129" cy="46617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606">
                  <a:extLst>
                    <a:ext uri="{9D8B030D-6E8A-4147-A177-3AD203B41FA5}">
                      <a16:colId xmlns:a16="http://schemas.microsoft.com/office/drawing/2014/main" val="2813017749"/>
                    </a:ext>
                  </a:extLst>
                </a:gridCol>
                <a:gridCol w="2121608">
                  <a:extLst>
                    <a:ext uri="{9D8B030D-6E8A-4147-A177-3AD203B41FA5}">
                      <a16:colId xmlns:a16="http://schemas.microsoft.com/office/drawing/2014/main" val="2026826371"/>
                    </a:ext>
                  </a:extLst>
                </a:gridCol>
                <a:gridCol w="2042412">
                  <a:extLst>
                    <a:ext uri="{9D8B030D-6E8A-4147-A177-3AD203B41FA5}">
                      <a16:colId xmlns:a16="http://schemas.microsoft.com/office/drawing/2014/main" val="2204365233"/>
                    </a:ext>
                  </a:extLst>
                </a:gridCol>
                <a:gridCol w="2659961">
                  <a:extLst>
                    <a:ext uri="{9D8B030D-6E8A-4147-A177-3AD203B41FA5}">
                      <a16:colId xmlns:a16="http://schemas.microsoft.com/office/drawing/2014/main" val="1498850174"/>
                    </a:ext>
                  </a:extLst>
                </a:gridCol>
                <a:gridCol w="1890591">
                  <a:extLst>
                    <a:ext uri="{9D8B030D-6E8A-4147-A177-3AD203B41FA5}">
                      <a16:colId xmlns:a16="http://schemas.microsoft.com/office/drawing/2014/main" val="1170074408"/>
                    </a:ext>
                  </a:extLst>
                </a:gridCol>
                <a:gridCol w="1862951">
                  <a:extLst>
                    <a:ext uri="{9D8B030D-6E8A-4147-A177-3AD203B41FA5}">
                      <a16:colId xmlns:a16="http://schemas.microsoft.com/office/drawing/2014/main" val="1657963549"/>
                    </a:ext>
                  </a:extLst>
                </a:gridCol>
              </a:tblGrid>
              <a:tr h="250294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533073"/>
                  </a:ext>
                </a:extLst>
              </a:tr>
              <a:tr h="107626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Medha Wyawahare et al.</a:t>
                      </a:r>
                      <a:r>
                        <a:rPr lang="en-IN"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(2025)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CollabCode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 Real-Time Code Sharing Space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Node.js, Express,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Cloud storage.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collaborative coding with chat and AI assistance.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stable internet for synchronization.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014825"/>
                  </a:ext>
                </a:extLst>
              </a:tr>
              <a:tr h="1076265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Ritesh Borale et al.(2025)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Collaborative Code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WebSockets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real-time synchronization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users can edit code simultaneously.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 for large teams.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351737"/>
                  </a:ext>
                </a:extLst>
              </a:tr>
              <a:tr h="876030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Aarti Gaikwad et al.(2024)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Collaborative Code Platform with AI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Microservices architecture with AI tools.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AI-based coding assistance and collaboration.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computational resource requirements.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65416"/>
                  </a:ext>
                </a:extLst>
              </a:tr>
              <a:tr h="1137666"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Aditi Dhawan et al.</a:t>
                      </a:r>
                      <a:r>
                        <a:rPr lang="da-DK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(2024)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RTC Code Editor for Collaborative Software Development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React.js, Node.js, WebRTC communication.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pair programming and real-time debugging.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and performance challenges.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057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528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E9FC-21CF-3897-94B6-4ACDDDBB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060" y="318053"/>
            <a:ext cx="5677232" cy="882594"/>
          </a:xfrm>
        </p:spPr>
        <p:txBody>
          <a:bodyPr>
            <a:normAutofit/>
          </a:bodyPr>
          <a:lstStyle/>
          <a:p>
            <a:r>
              <a:rPr lang="en-IN" sz="3000">
                <a:latin typeface="Times New Roman" panose="02020603050405020304" pitchFamily="18" charset="0"/>
                <a:cs typeface="Times New Roman" panose="02020603050405020304" pitchFamily="18" charset="0"/>
              </a:rPr>
              <a:t>EXISTING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DE6C-D70E-262F-CCCF-EF18CB9F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060" y="1200647"/>
            <a:ext cx="8949856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usually share code using tools like Git, email, or messaging apps, which makes collaboration slow.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changes are shared after commits, so team members cannot see updates instantly.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multiple developers edit the same file, merge conflicts occur frequently.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platforms do not support simultaneous live coding by multiple users.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run code on different systems, causing setup and compatibility problems.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must use external tools for discussion, which breaks workflow and reduces productivity.</a:t>
            </a:r>
          </a:p>
        </p:txBody>
      </p:sp>
    </p:spTree>
    <p:extLst>
      <p:ext uri="{BB962C8B-B14F-4D97-AF65-F5344CB8AC3E}">
        <p14:creationId xmlns:p14="http://schemas.microsoft.com/office/powerpoint/2010/main" val="102017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60C3-3695-979D-92D3-F2F90C73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0862"/>
            <a:ext cx="10515600" cy="700350"/>
          </a:xfrm>
        </p:spPr>
        <p:txBody>
          <a:bodyPr>
            <a:normAutofit/>
          </a:bodyPr>
          <a:lstStyle/>
          <a:p>
            <a:r>
              <a:rPr lang="en-IN" sz="3000">
                <a:latin typeface="Times New Roman" panose="02020603050405020304" pitchFamily="18" charset="0"/>
                <a:cs typeface="Times New Roman" panose="02020603050405020304" pitchFamily="18" charset="0"/>
              </a:rPr>
              <a:t>PROBLEM 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8BC9B-EE3F-42C6-A78B-AD0C09EBE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48" y="1237946"/>
            <a:ext cx="8205747" cy="465485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cannot edit the same code simultaneously, which slows down teamwork.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developers working on the same files often cause merge conflicts and code inconsistencies.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rely on separate tools like Git, chat apps, and IDEs, making the workflow inefficient.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systems and configurations create compatibility issues during code execution.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cannot see changes instantly, causing slow debugging and review processes.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system is required to provide real-time editing, communication, version control, and secure code execution in one place.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18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8A20-D78A-DF0A-FF16-E7DC2184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E0EF1-0822-773B-B469-20C6073A0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8727219" cy="486298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code editing so developers can write and update code together instantly.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synchronize code changes and show live cursor movements.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secure code execution environment using container technology.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chat and communication features for team collaboration.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version control to track code changes and manage project history.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simple and user-friendly interface for smooth and efficient collaborative coding.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15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C682-BBA6-F0A9-DCB5-139FF289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B73F7C8-BE8C-8ADB-BA07-61A4EE78F7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554" y="1690688"/>
            <a:ext cx="4485736" cy="510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4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B6B8-F72D-DF05-2B87-B2E2C2B1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275" y="158390"/>
            <a:ext cx="10515600" cy="748058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95C3-FB5B-443F-44EC-DEFFAC6D1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229" y="1121133"/>
            <a:ext cx="9873863" cy="50888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User Authentication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securely register and log in to the platform.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user authentication and role-based access control to ensure only authorized users can access projects.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 Project Management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create, join, and manage coding projects.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 organize files, manage team members, and maintain project structure.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Real-Time Collaboration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multiple developers to edit the same code simultaneously.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synchronize code changes and display live cursor movements for smooth collaboration.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5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87935-944F-6696-F531-B2CD6B2E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>
                <a:latin typeface="Times New Roman" panose="02020603050405020304" pitchFamily="18" charset="0"/>
                <a:cs typeface="Times New Roman" panose="02020603050405020304" pitchFamily="18" charset="0"/>
              </a:rPr>
              <a:t>MODULE 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AEF3C-D094-4411-69E3-2FAD13A8C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05" y="1311965"/>
            <a:ext cx="9342784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: Code Execution Module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run and test code directly on the platform.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secure container environments to execute code safely.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results and errors are displayed instantly to the user.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: User Interface &amp; Output Module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a simple and interactive coding interface for developers.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real-time code updates, chat messages, and project activities.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 smooth and user-friendly collaboration for developers.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64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9CB4-5290-A452-148B-209061EAE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DD8C-29F7-6B2A-C806-2BD6B31A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A9EA6-FFF0-609D-C6BC-DCDE23AC6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05" y="1311965"/>
            <a:ext cx="9342784" cy="4864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 Design: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register and log in securely to the platform.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verifies user identity and manages access to projects.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only authorized users can use the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Module Design: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multiple developers to edit code at the same time.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synchronize code changes instantly.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shows live cursor movements of team members.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Module Design: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run and test code on the platform.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is executed in a secure container environment.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and errors are displayed instantly to the user.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21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D52C-7F23-5E70-7672-F4FB6B498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4CE00-224A-67D9-B1EE-9CC148D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IMPLEMENTATION: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D5341-1254-D2DB-DEA1-11B7DE5A8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05" y="1311965"/>
            <a:ext cx="9342784" cy="48649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Implementation: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implements secure login and registration using Node.js and Express.js.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details are stored in the database and verified during login.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Implementation: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synchronize code changes instantly between users.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developer edits code, the changes are updated for all connected users.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Implementation: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allows users to run code using a secure execution environment.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the code and executes it safely in containers.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643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8BC1-2213-2852-89F3-54895875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16" y="103368"/>
            <a:ext cx="10420184" cy="524785"/>
          </a:xfrm>
        </p:spPr>
        <p:txBody>
          <a:bodyPr>
            <a:normAutofit fontScale="90000"/>
          </a:bodyPr>
          <a:lstStyle/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8CA8-8EE3-9121-42D1-35EEED84E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616" y="628153"/>
            <a:ext cx="10515600" cy="65677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/ 11 or Linux.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(Node.js), HTML, CSS.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Express.js,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Docker.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Code, Git, Node Package Manager (NPM).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/ PostgreSQL.</a:t>
            </a:r>
          </a:p>
          <a:p>
            <a:pPr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i5 or higher (or equivalent).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20 GB free space.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 GPU for faster model training (NVIDIA recommended).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server for hosting and scalability.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407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B4D3-8D6A-DD60-17C4-DDC989E1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ABD0-4279-45C0-C42B-BCA71CD3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180" y="1332218"/>
            <a:ext cx="8563554" cy="432791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we developed a Real-Time Code Collaboration Platform that improves teamwork in software development.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multiple developers to edit code simultaneously, communicate with teammates, and run code in a secure environment.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real-time synchronization, project management, and version control, the platform simplifies collaborative coding and reduces development delays.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can be improved by adding AI coding assistance, advanced deployment features, and cloud scalability to support larger development teams and projects.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02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E838-8025-8B1A-08A6-8C281A6C4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2FB4F-ED45-4585-9D62-F43114A81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518" y="1157079"/>
            <a:ext cx="9951720" cy="46473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Kleppmann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A. Beresford, “A Conflict-Free Replicated Data Type for Collaborative Editing,”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Parallel and Distributed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Inc., “GitHub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Codespaces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Cloud-Based Development Environment for Collaborative Programming,” GitHub Technical Documentation, 2021.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Nichols and T. Lau, “Real-Time Collaborative Programming Systems for Distributed Development Teams,”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Software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Corporation, “Visual Studio Live Share: Real-Time Collaborative Development Tool,” Microsoft Developer Documentation, 2023.</a:t>
            </a:r>
          </a:p>
        </p:txBody>
      </p:sp>
    </p:spTree>
    <p:extLst>
      <p:ext uri="{BB962C8B-B14F-4D97-AF65-F5344CB8AC3E}">
        <p14:creationId xmlns:p14="http://schemas.microsoft.com/office/powerpoint/2010/main" val="1738791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269B-B4BF-35E4-884B-559926C0D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353" y="786544"/>
            <a:ext cx="4826442" cy="4159167"/>
          </a:xfrm>
        </p:spPr>
        <p:txBody>
          <a:bodyPr>
            <a:normAutofit/>
          </a:bodyPr>
          <a:lstStyle/>
          <a:p>
            <a:pPr algn="ctr"/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032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1397</Words>
  <Application>Microsoft Office PowerPoint</Application>
  <PresentationFormat>Widescreen</PresentationFormat>
  <Paragraphs>145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Times New Roman</vt:lpstr>
      <vt:lpstr>Office Theme</vt:lpstr>
      <vt:lpstr>REAL-TIME CODE COLLABORATION  PLATFORM</vt:lpstr>
      <vt:lpstr>ABSTRACT:</vt:lpstr>
      <vt:lpstr>INTRODUCTION</vt:lpstr>
      <vt:lpstr>LITERATURE REVIEW:</vt:lpstr>
      <vt:lpstr>EXISTING WORK</vt:lpstr>
      <vt:lpstr>PROBLEM EXPLANATION:</vt:lpstr>
      <vt:lpstr>PROPOSED WORK </vt:lpstr>
      <vt:lpstr>BLOCK DIAGRAM</vt:lpstr>
      <vt:lpstr>MODULE EXPLANATION:</vt:lpstr>
      <vt:lpstr>MODULE EXPLANATION:</vt:lpstr>
      <vt:lpstr>MODULE DESIGN:</vt:lpstr>
      <vt:lpstr>MODULE IMPLEMENTATION:</vt:lpstr>
      <vt:lpstr>SOFTWARE REQUIREMENTS:</vt:lpstr>
      <vt:lpstr>CONCLUSION:</vt:lpstr>
      <vt:lpstr>REFERENCES: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sree</dc:creator>
  <cp:lastModifiedBy>VIGNESHWARAN M</cp:lastModifiedBy>
  <cp:revision>2</cp:revision>
  <dcterms:created xsi:type="dcterms:W3CDTF">2026-02-24T04:13:04Z</dcterms:created>
  <dcterms:modified xsi:type="dcterms:W3CDTF">2026-03-12T16:04:27Z</dcterms:modified>
</cp:coreProperties>
</file>