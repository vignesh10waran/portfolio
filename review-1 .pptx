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68622-95AA-8366-12E2-8A51B645E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34C0EA-EF93-59BA-5C92-BB4D6959C5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C649F-0F82-F780-ACE6-29865E2E1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4A48-2D5C-4B4C-8284-009BAA221148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BC780-105A-9AD2-9F7F-7DC117B84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A4D23-4D4C-97F6-FBAB-FB9AFBF7D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DE13-EEE1-4A89-B81E-2E9D2CED3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6166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1C7B1-7FB6-5C31-1ECF-2253A6504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7B417-25AA-DE22-CC6B-D535779D1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63AEE-2AAA-52E9-D537-039786D0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4A48-2D5C-4B4C-8284-009BAA221148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68F8A-7326-E541-4727-CA6353E5D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C9E6C-87D3-B104-EB3F-13D251734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DE13-EEE1-4A89-B81E-2E9D2CED3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671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8B646-6126-C143-F7B5-EA552D19A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373B9A-00A3-CD91-0ECD-2A85CA021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AE29D-4260-9BC9-4FF1-5E22DD367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4A48-2D5C-4B4C-8284-009BAA221148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8735B-BA6F-0C37-0198-1F0C2679C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9551B-D1C2-08F2-05E2-7B5C1815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DE13-EEE1-4A89-B81E-2E9D2CED3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36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91E47-B976-DCA9-5895-0BCA77553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A287F-6738-4C77-BFA8-6CF0AD26A4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1FDAAF-1C0A-82E2-49A0-B24D5BB3F7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69896-8468-F228-F9A5-1842D1620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4A48-2D5C-4B4C-8284-009BAA221148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CD912-6C8A-1AFB-0DF7-463D38AE7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E11A6F-252D-B2D4-A358-3E5968D09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DE13-EEE1-4A89-B81E-2E9D2CED3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2926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F5A5C-9E38-26B2-DFEE-EF47555D0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39BCC-05EB-FDD3-E0D9-0B431F0D6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2B4A79-8468-2573-55E7-72AE6D4D7B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9C5C7B-77B3-E9F4-C143-966C539BBB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85A559-3E03-774F-A1DE-EB8A7E13CB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838663-84BB-BF05-D0B0-4FF8C913D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4A48-2D5C-4B4C-8284-009BAA221148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E6193D-12BA-C7AA-BC6A-45D93183E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87A559-C533-3B39-2998-2C6ED101E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DE13-EEE1-4A89-B81E-2E9D2CED3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640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00594-AF14-E1B3-7BD2-0E550BBF7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3BE3BD-35B7-FE61-D708-556121D46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4A48-2D5C-4B4C-8284-009BAA221148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ABE2AB-9924-DC52-67F8-047A8C20F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E2FC25-DE7D-9C7F-D88B-D9786368C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DE13-EEE1-4A89-B81E-2E9D2CED3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12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02F14C-1604-74E7-C7FC-11E719971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4A48-2D5C-4B4C-8284-009BAA221148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B79878-732D-E9CE-1C9A-9DB83F798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F523D-ED21-14E9-2D3E-3F8C41DF3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DE13-EEE1-4A89-B81E-2E9D2CED3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92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D7889-8EC7-3D0D-8C9D-83A47223A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A7FCB-84ED-0F74-51BB-D2832A4FE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A9F804-47F6-ED21-F64D-BEFB08355D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055669-3C7C-6CB0-07D1-6CB6509AD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4A48-2D5C-4B4C-8284-009BAA221148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310762-FD42-B23C-BDC2-3C44D1351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32DFC-5487-1E09-EC8E-8B6D94333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DE13-EEE1-4A89-B81E-2E9D2CED3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229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007A1-2228-61C9-BEF5-783BC1D17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88377C-80B5-4782-C93F-DAE3F97FE2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6583EB-7E25-C083-07FE-F9006E4B0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4B6C2-F3B4-1817-D9BB-39617B0AE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4A48-2D5C-4B4C-8284-009BAA221148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532BB-C7CA-FFD8-661C-AECD1D144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27300-5FE7-FB14-B21C-FF6A20E2F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DE13-EEE1-4A89-B81E-2E9D2CED3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998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19701-BE77-9431-6109-A483E114D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DB2833-7017-80EB-B2C9-CAD1CD02C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7A7C4-8723-DA57-D67E-75637A0B5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4A48-2D5C-4B4C-8284-009BAA221148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DFB2B-981F-0318-595E-E541807F9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01541-562D-945F-DCBA-5BC118192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DE13-EEE1-4A89-B81E-2E9D2CED3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66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449BE0-18C5-D535-A5EA-CD58F02227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89B592-5E1C-71EA-C23F-A8F8795C5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5DCB9-654B-ED39-8AF5-9A82E0AE5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4A48-2D5C-4B4C-8284-009BAA221148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913EC-A08D-B61B-4159-16109C1B1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BDB19-1590-5866-6136-5508DADB5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DE13-EEE1-4A89-B81E-2E9D2CED3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688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0A4362-7B94-A027-31DB-DCAAEB9CA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2BFF6-0BB2-B150-174F-A67309BD6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CB6A9-63C9-00AC-80CD-32817F48A7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1A4A48-2D5C-4B4C-8284-009BAA221148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C5766-E664-853C-A66C-BDE907ACC5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E40B7-A5F3-0386-C1D3-884947CFE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0DE13-EEE1-4A89-B81E-2E9D2CED3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779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9" r:id="rId1"/>
    <p:sldLayoutId id="2147484020" r:id="rId2"/>
    <p:sldLayoutId id="2147484021" r:id="rId3"/>
    <p:sldLayoutId id="2147484022" r:id="rId4"/>
    <p:sldLayoutId id="2147484023" r:id="rId5"/>
    <p:sldLayoutId id="2147484024" r:id="rId6"/>
    <p:sldLayoutId id="2147484025" r:id="rId7"/>
    <p:sldLayoutId id="2147484026" r:id="rId8"/>
    <p:sldLayoutId id="2147484027" r:id="rId9"/>
    <p:sldLayoutId id="2147484028" r:id="rId10"/>
    <p:sldLayoutId id="214748402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3F23D-40F2-2EF6-D3F5-94A9FF8CF3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2920" y="326835"/>
            <a:ext cx="11027664" cy="2379789"/>
          </a:xfrm>
        </p:spPr>
        <p:txBody>
          <a:bodyPr>
            <a:noAutofit/>
          </a:bodyPr>
          <a:lstStyle/>
          <a:p>
            <a:r>
              <a:rPr lang="en-US" altLang="en-GB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NANDHA ENGINEERING COLLEGE</a:t>
            </a:r>
            <a:br>
              <a:rPr lang="en-US" altLang="en-GB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GB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  <a:b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84D34F-81E5-9D8B-AD49-44DC9B5856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9408" y="2774500"/>
            <a:ext cx="9144000" cy="1097978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Collaborative Dev Platform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EA5BDE-B04A-EA5A-FB38-B057F2433352}"/>
              </a:ext>
            </a:extLst>
          </p:cNvPr>
          <p:cNvSpPr txBox="1"/>
          <p:nvPr/>
        </p:nvSpPr>
        <p:spPr>
          <a:xfrm>
            <a:off x="8735568" y="5055159"/>
            <a:ext cx="34564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Details: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Vishnuraju.V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(22IT056)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Jotheeswaran.M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(22ITL02)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Vigneshwaran.M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(22ITL08)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603F9C-A819-36D0-04CB-AF8170AC4919}"/>
              </a:ext>
            </a:extLst>
          </p:cNvPr>
          <p:cNvSpPr txBox="1"/>
          <p:nvPr/>
        </p:nvSpPr>
        <p:spPr>
          <a:xfrm>
            <a:off x="1019556" y="5030522"/>
            <a:ext cx="6281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en-GB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MENTOR:</a:t>
            </a:r>
          </a:p>
          <a:p>
            <a:pPr algn="l"/>
            <a:r>
              <a:rPr lang="en-US" alt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 </a:t>
            </a:r>
            <a:r>
              <a:rPr lang="en-US" altLang="en-GB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Anand.R</a:t>
            </a:r>
            <a:r>
              <a:rPr lang="en-US" altLang="en-GB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(AP/IT)</a:t>
            </a:r>
          </a:p>
        </p:txBody>
      </p:sp>
    </p:spTree>
    <p:extLst>
      <p:ext uri="{BB962C8B-B14F-4D97-AF65-F5344CB8AC3E}">
        <p14:creationId xmlns:p14="http://schemas.microsoft.com/office/powerpoint/2010/main" val="3507661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F862F-EC69-482F-1ABA-FAE82EE85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>
            <a:normAutofit/>
          </a:bodyPr>
          <a:lstStyle/>
          <a:p>
            <a:pPr algn="ctr"/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E3A8C-0DFD-6365-5F47-A321ECDD7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805363"/>
          </a:xfrm>
        </p:spPr>
        <p:txBody>
          <a:bodyPr>
            <a:normAutofit/>
          </a:bodyPr>
          <a:lstStyle/>
          <a:p>
            <a:pPr fontAlgn="base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development tools force fragmented workflows with no true real-time collaboration, causing productivity loss and merge conflicts.</a:t>
            </a:r>
          </a:p>
          <a:p>
            <a:pPr fontAlgn="base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unified cloud IDE combining GitHub's version control, VS Code's editing power,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Replit's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instant execution in one platform.</a:t>
            </a:r>
          </a:p>
          <a:p>
            <a:pPr fontAlgn="base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CRDT-based real-time collaboration enables conflict-free simultaneous editing with live cursor tracking and instant synchronization.</a:t>
            </a:r>
          </a:p>
          <a:p>
            <a:pPr fontAlgn="base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Eight core modules: Authentication, Project Management, Real-Time Collaboration, Communication, Code Execution, Version Control, AI Assistant, and Deployment.</a:t>
            </a:r>
          </a:p>
          <a:p>
            <a:pPr fontAlgn="base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Atlas provides cloud-native document storage with real-time Change Streams for live collaboration data.</a:t>
            </a:r>
          </a:p>
          <a:p>
            <a:pPr fontAlgn="base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merge conflicts via CRDT, zero setup time via cloud containers, and sub-50ms sync latency for real-time feel.</a:t>
            </a:r>
          </a:p>
        </p:txBody>
      </p:sp>
    </p:spTree>
    <p:extLst>
      <p:ext uri="{BB962C8B-B14F-4D97-AF65-F5344CB8AC3E}">
        <p14:creationId xmlns:p14="http://schemas.microsoft.com/office/powerpoint/2010/main" val="3861617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FA086-4B87-56A2-7809-8BA66A86C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904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89976-BB4F-F3D0-1F61-D48180D46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048"/>
            <a:ext cx="10515600" cy="4649915"/>
          </a:xfrm>
        </p:spPr>
        <p:txBody>
          <a:bodyPr>
            <a:normAutofit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has gone global and distributed, yet collaboration tools remain stuck in single-user, asynchronous workflows.</a:t>
            </a:r>
          </a:p>
          <a:p>
            <a:pPr fontAlgn="base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waste hours context-switching between IDEs, Git, Slack, and video calls just to write code together.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existing tool combines professional editing, real-time collaboration, secure execution, and version control in one platform.</a:t>
            </a:r>
          </a:p>
          <a:p>
            <a:pPr fontAlgn="base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Powered by React.js, Node.js,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Docker, Redis, and MongoDB Atlas for cloud-native scalability.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 fragmented workflows and merge conflicts while delivering a secure, scalable ecosystem for distributed teams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"Google Docs gap" exists—documents edit collaboratively, but code remains locked in single-user editors..</a:t>
            </a:r>
          </a:p>
        </p:txBody>
      </p:sp>
    </p:spTree>
    <p:extLst>
      <p:ext uri="{BB962C8B-B14F-4D97-AF65-F5344CB8AC3E}">
        <p14:creationId xmlns:p14="http://schemas.microsoft.com/office/powerpoint/2010/main" val="1423313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A056D-65E2-80AB-0CF3-B8B09B6DD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2099"/>
            <a:ext cx="10515600" cy="777875"/>
          </a:xfrm>
        </p:spPr>
        <p:txBody>
          <a:bodyPr>
            <a:norm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DF760-F7C0-5862-DB41-1E0552114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2456"/>
            <a:ext cx="10515600" cy="48145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/>
              <a:t>Software Requirements:                                                                   System Requirements:</a:t>
            </a:r>
          </a:p>
          <a:p>
            <a:pPr marL="0" indent="0">
              <a:buNone/>
            </a:pPr>
            <a:r>
              <a:rPr lang="en-IN" sz="1800" dirty="0"/>
              <a:t>Frontend: React.js                                                                              64-bit Operating System</a:t>
            </a:r>
          </a:p>
          <a:p>
            <a:pPr marL="0" indent="0">
              <a:buNone/>
            </a:pPr>
            <a:r>
              <a:rPr lang="en-US" sz="1800" dirty="0"/>
              <a:t>Backend: Node.js with Express.js                                                     Node.js installed (v18 or above recommended)</a:t>
            </a:r>
          </a:p>
          <a:p>
            <a:pPr marL="0" indent="0">
              <a:buNone/>
            </a:pPr>
            <a:r>
              <a:rPr lang="en-US" sz="1800" dirty="0"/>
              <a:t>Real-time Communication: </a:t>
            </a:r>
            <a:r>
              <a:rPr lang="en-US" sz="1800" dirty="0" err="1"/>
              <a:t>WebSockets</a:t>
            </a:r>
            <a:r>
              <a:rPr lang="en-US" sz="1800" dirty="0"/>
              <a:t> (Socket.IO)                    Docker Engine installed and running</a:t>
            </a:r>
          </a:p>
          <a:p>
            <a:pPr marL="0" indent="0">
              <a:buNone/>
            </a:pPr>
            <a:r>
              <a:rPr lang="en-IN" sz="1800" dirty="0"/>
              <a:t>Database / Cache: Redis                                                                     </a:t>
            </a:r>
            <a:r>
              <a:rPr lang="en-US" sz="1800" dirty="0"/>
              <a:t>Modern web browser with JavaScript enabled</a:t>
            </a:r>
            <a:endParaRPr lang="en-IN" sz="1800" dirty="0"/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/>
              <a:t>Hardware Requirements:</a:t>
            </a:r>
          </a:p>
          <a:p>
            <a:pPr marL="0" indent="0">
              <a:buNone/>
            </a:pPr>
            <a:r>
              <a:rPr lang="en-IN" sz="1800" dirty="0"/>
              <a:t>Processor: Intel i3 or equivalent</a:t>
            </a:r>
          </a:p>
          <a:p>
            <a:pPr marL="0" indent="0">
              <a:buNone/>
            </a:pPr>
            <a:r>
              <a:rPr lang="en-IN" sz="1800" dirty="0"/>
              <a:t>RAM: 4 GB</a:t>
            </a:r>
          </a:p>
          <a:p>
            <a:pPr marL="0" indent="0">
              <a:buNone/>
            </a:pPr>
            <a:r>
              <a:rPr lang="en-US" sz="1800" dirty="0"/>
              <a:t>Storage: 10 GB free disk space</a:t>
            </a:r>
          </a:p>
          <a:p>
            <a:pPr marL="0" indent="0">
              <a:buNone/>
            </a:pPr>
            <a:r>
              <a:rPr lang="en-IN" sz="1800" dirty="0"/>
              <a:t>Internet: Stable broadband connection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6186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964A1-F486-63E6-7FCF-F521B9D9F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8731"/>
          </a:xfrm>
        </p:spPr>
        <p:txBody>
          <a:bodyPr>
            <a:norm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B88E1-DE44-9D54-E452-41BA9594D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2184"/>
            <a:ext cx="10515600" cy="47047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Existing System: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collaborative code editing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merge conflicts during integration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feedback between team members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and coding tools are separated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for remote teams to coordinate live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environment setup required for each developer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visibility of other developers’ activities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983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E6CAB-24CF-7EA6-D73B-5BB5CCE2C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0443"/>
          </a:xfrm>
        </p:spPr>
        <p:txBody>
          <a:bodyPr>
            <a:norm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04D6A-B8BC-9884-96EE-C5D019CA2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9888"/>
            <a:ext cx="10515600" cy="47870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Enabling real-time multi-user code editing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Providing instant synchronization using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communication (chat) within the coding workspace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merge conflicts through live collaboration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cursor presence and user activity awareness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secure sandbox for multi-language code execution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architecture supporting multiple concurrent rooms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Docs–style real-time coding experience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12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60856-1F57-9DC2-0B84-CB3F51EC2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957"/>
            <a:ext cx="10515600" cy="796163"/>
          </a:xfrm>
        </p:spPr>
        <p:txBody>
          <a:bodyPr>
            <a:norm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5BB27D0-9BBA-DF64-6882-5CAC09D522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912" y="1083807"/>
            <a:ext cx="6391656" cy="577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510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F4EF1-DF25-85D5-109F-C86786BDA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9587"/>
          </a:xfrm>
        </p:spPr>
        <p:txBody>
          <a:bodyPr>
            <a:normAutofit/>
          </a:bodyPr>
          <a:lstStyle/>
          <a:p>
            <a:pPr algn="ctr"/>
            <a:r>
              <a:rPr lang="en-IN" sz="2800" dirty="0"/>
              <a:t>Module List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5E7D7-55D4-1176-1F58-FF545D80B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6464"/>
            <a:ext cx="10515600" cy="47504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Module 1 – User Authentication &amp; Management</a:t>
            </a:r>
            <a:br>
              <a:rPr lang="en-IN" sz="1800" dirty="0"/>
            </a:br>
            <a:br>
              <a:rPr lang="en-IN" sz="1800" dirty="0"/>
            </a:br>
            <a:r>
              <a:rPr lang="en-US" sz="1800" dirty="0"/>
              <a:t>Handles user registration, login, logout, and session management. Ensures only authorized users can access collaborative rooms and maintains user identity during real-time sessions.</a:t>
            </a:r>
          </a:p>
          <a:p>
            <a:pPr marL="0" indent="0">
              <a:buNone/>
            </a:pPr>
            <a:r>
              <a:rPr lang="it-IT" sz="1800" dirty="0"/>
              <a:t>Module 2 – Collaborative Code Editor</a:t>
            </a:r>
          </a:p>
          <a:p>
            <a:pPr marL="0" indent="0">
              <a:buNone/>
            </a:pPr>
            <a:r>
              <a:rPr lang="en-US" sz="1800" dirty="0"/>
              <a:t>Provides the main coding interface using Monaco Editor. Supports real-time multi-user editing, syntax highlighting, auto-completion, and live cursor tracking so all users can see each other’s changes instantly.</a:t>
            </a:r>
          </a:p>
          <a:p>
            <a:pPr marL="0" indent="0">
              <a:buNone/>
            </a:pPr>
            <a:r>
              <a:rPr lang="en-US" sz="1800" dirty="0"/>
              <a:t>Module 3 – Real-Time Communication (WebSocket/Socket.IO)</a:t>
            </a:r>
          </a:p>
          <a:p>
            <a:pPr marL="0" indent="0">
              <a:buNone/>
            </a:pPr>
            <a:r>
              <a:rPr lang="en-US" sz="1800" dirty="0"/>
              <a:t>Manages live data exchange between clients and server. Synchronizes code changes, cursor movements, and chat messages instantly across all connected users in a room.</a:t>
            </a:r>
          </a:p>
          <a:p>
            <a:pPr marL="0" indent="0">
              <a:buNone/>
            </a:pPr>
            <a:r>
              <a:rPr lang="en-IN" sz="1800" dirty="0"/>
              <a:t>Module 5 – In-App Chat System</a:t>
            </a:r>
          </a:p>
          <a:p>
            <a:pPr marL="0" indent="0">
              <a:buNone/>
            </a:pPr>
            <a:r>
              <a:rPr lang="en-US" sz="1800" dirty="0"/>
              <a:t>Provides real-time messaging between collaborators within the coding environment. Helps teams discuss code changes without leaving the platform.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701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29C93-E76C-2F71-6774-170A66014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>
            <a:norm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DE27B1C-0374-EA4B-771F-D3910EDBE0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934430"/>
              </p:ext>
            </p:extLst>
          </p:nvPr>
        </p:nvGraphicFramePr>
        <p:xfrm>
          <a:off x="838200" y="1331848"/>
          <a:ext cx="10637520" cy="476283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59380">
                  <a:extLst>
                    <a:ext uri="{9D8B030D-6E8A-4147-A177-3AD203B41FA5}">
                      <a16:colId xmlns:a16="http://schemas.microsoft.com/office/drawing/2014/main" val="3390756716"/>
                    </a:ext>
                  </a:extLst>
                </a:gridCol>
                <a:gridCol w="2659380">
                  <a:extLst>
                    <a:ext uri="{9D8B030D-6E8A-4147-A177-3AD203B41FA5}">
                      <a16:colId xmlns:a16="http://schemas.microsoft.com/office/drawing/2014/main" val="875609582"/>
                    </a:ext>
                  </a:extLst>
                </a:gridCol>
                <a:gridCol w="2659380">
                  <a:extLst>
                    <a:ext uri="{9D8B030D-6E8A-4147-A177-3AD203B41FA5}">
                      <a16:colId xmlns:a16="http://schemas.microsoft.com/office/drawing/2014/main" val="3750987913"/>
                    </a:ext>
                  </a:extLst>
                </a:gridCol>
                <a:gridCol w="2659380">
                  <a:extLst>
                    <a:ext uri="{9D8B030D-6E8A-4147-A177-3AD203B41FA5}">
                      <a16:colId xmlns:a16="http://schemas.microsoft.com/office/drawing/2014/main" val="2861591652"/>
                    </a:ext>
                  </a:extLst>
                </a:gridCol>
              </a:tblGrid>
              <a:tr h="648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Key Contribution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059603"/>
                  </a:ext>
                </a:extLst>
              </a:tr>
              <a:tr h="648030">
                <a:tc>
                  <a:txBody>
                    <a:bodyPr/>
                    <a:lstStyle/>
                    <a:p>
                      <a:r>
                        <a:rPr lang="en-IN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Antara </a:t>
                      </a:r>
                      <a:r>
                        <a:rPr lang="en-IN" dirty="0" err="1"/>
                        <a:t>Armarkar</a:t>
                      </a:r>
                      <a:r>
                        <a:rPr lang="en-IN" dirty="0"/>
                        <a:t>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Real-Time Collaborative Coding Platform with WebRTC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Proposed synchronized editing with Docker sandboxing and CRDT-based low-latency collaboration.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575850"/>
                  </a:ext>
                </a:extLst>
              </a:tr>
              <a:tr h="648030">
                <a:tc>
                  <a:txBody>
                    <a:bodyPr/>
                    <a:lstStyle/>
                    <a:p>
                      <a:r>
                        <a:rPr lang="en-IN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N.V. Raja Sekhkar Reddy et al.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Real Time Collaborative Code Editor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Designed an interview-focused collaborative environment with video and code execution.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778029"/>
                  </a:ext>
                </a:extLst>
              </a:tr>
              <a:tr h="350648">
                <a:tc>
                  <a:txBody>
                    <a:bodyPr/>
                    <a:lstStyle/>
                    <a:p>
                      <a:r>
                        <a:rPr lang="en-IN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 Feng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CoPrompt</a:t>
                      </a:r>
                      <a:r>
                        <a:rPr lang="en-IN" dirty="0"/>
                        <a:t>: Collaborative Natural Language Programming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Proposed mechanisms to improve awareness and coordination in collaborative programming.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7881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6058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280</TotalTime>
  <Words>712</Words>
  <Application>Microsoft Office PowerPoint</Application>
  <PresentationFormat>Widescreen</PresentationFormat>
  <Paragraphs>80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NANDHA ENGINEERING COLLEGE Department of Information Technology </vt:lpstr>
      <vt:lpstr>Abstract </vt:lpstr>
      <vt:lpstr>Introduction </vt:lpstr>
      <vt:lpstr>Requirements</vt:lpstr>
      <vt:lpstr>Existing System</vt:lpstr>
      <vt:lpstr>Proposed System</vt:lpstr>
      <vt:lpstr>Block Diagram</vt:lpstr>
      <vt:lpstr>Module List</vt:lpstr>
      <vt:lpstr>Literature 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VIGNESHWARAN M</dc:creator>
  <cp:lastModifiedBy>VIGNESHWARAN M</cp:lastModifiedBy>
  <cp:revision>9</cp:revision>
  <dcterms:created xsi:type="dcterms:W3CDTF">2026-02-23T12:52:52Z</dcterms:created>
  <dcterms:modified xsi:type="dcterms:W3CDTF">2026-02-24T07:49:31Z</dcterms:modified>
</cp:coreProperties>
</file>