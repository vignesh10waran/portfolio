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62" r:id="rId12"/>
    <p:sldId id="266" r:id="rId13"/>
    <p:sldId id="267" r:id="rId14"/>
    <p:sldId id="268" r:id="rId15"/>
    <p:sldId id="264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E2DD-2726-E880-372B-FAB04FE7D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1DC86-7B31-D615-51A7-47FD4E323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CD33F-B518-FF06-6585-85716375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4EF32-5AF2-40DC-FCB3-0375867F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F875B-F8DD-A315-AEEA-FB971CAE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7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FFC6-5F6A-328D-F9BC-9A3F215F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002A-E28B-5E2D-797F-1DE25DEC8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9BA94-8C7A-2A2C-C7B3-D1519D0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4038-E89E-9AC4-46DD-5DD0B5F2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347D-2C21-5FB3-9CED-B1FDF94D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26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A05F-1545-8F79-0294-7928061F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291F7-3CF6-3127-B8EF-E837B0C85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7D018-7EB9-0BA8-2289-CE53910A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DE18-FC52-825F-AF40-A584100B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BB28C-18E7-552B-850E-EA58E0CC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1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76FA-F764-544C-5CA6-A0843DFD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A3AD4-EA50-7CEE-EB40-D7B2FCA82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24F06-3E0D-59C6-43A4-27DF8F17D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FB967-1F0D-B790-3781-A90B342D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41E7-4195-B3A0-F507-69F2AC6D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D6999-AC0A-D56C-3973-70F928FA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93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8773-F571-B692-00E6-50F07D3B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3360F-7DEB-CE5C-B33C-05AB3A728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E6F4-9EB1-8771-860A-25FD9D112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3CFF4-7E59-FC55-2784-7B8A83AEC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A53C4-3D98-4259-D980-E1F57CAD0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52BFB-3BE6-3D16-943F-75B77E34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D89AB-E516-BACB-4CD2-327D2764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36F58-7AD6-00DD-DB5D-43DE563C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858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41D5-0A2B-6DA4-2806-142FA583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BD623-97C0-2996-076F-397CEFC9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F47B4-3F5A-007C-7B35-EE7AA1BE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C03FB-91E2-2531-A028-F00C8689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86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F376D-2EAA-9257-7BF3-742CA767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963BE-E4D7-66A1-BE14-C917DFCB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0F474-B824-C487-A019-9EBA7AE0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86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73F1-BCC4-FB4D-9412-C661D276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59CD9-AE89-AB54-4795-AE783A5D4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E406B-A7A1-1F42-0664-55A689AB8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65077-7061-1B2F-F47A-D1CE0A5B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161A2-FCAD-6B59-7C94-93CD7507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0CB9E-E0A8-11F3-02CB-34EF5661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13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52354-16B2-E0D2-C4F5-62A7FBAE6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D0851-16D0-4D0A-8B0C-1A23102C0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765C0-B1BB-2283-165A-128FB3901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97730-BE5B-3865-17FC-FBE58E3B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1BA69-F63B-5754-E715-7EB09A88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6713A-4185-4BAD-7530-AAA97A46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61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12F5-7ADA-E298-D9D7-6776DA24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4F07E-92CE-600F-27E3-CF542AB5C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274E-094A-04FF-5B86-0236219E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10B4E-FFC4-268D-880A-160DE804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19562-FA92-670C-0510-E1D62423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9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87F05-ED0E-FC99-7A51-1FE1CD90C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7D1CC-9DE9-C5B0-69E0-DC0C4F476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71BAE-591E-D97A-04A1-DF4B3CC8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38BF0-5FC6-FEDD-323C-1767D708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6FB36-9D91-42C1-F6C0-A00483F3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97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9220E-A882-4A33-9AF4-790EED61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62E01-8E53-5492-227E-DCBE60B5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9D7C-DF9B-7C69-B899-E8CD1320C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B59DC-A398-4D97-B61C-9FB343E33EE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FC7D-8DAC-306E-7BCB-E314845CC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A6CE-3280-57FD-11BB-5407E6681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95936-09D8-4B3B-AEB3-CE3CCDDF3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19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2CDB-27FC-0AC2-1428-7722B0BC3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4607" y="1854201"/>
            <a:ext cx="8780206" cy="796260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Code Collaboration Platform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4F1C9-1315-CF3D-291E-DA59A587B4BB}"/>
              </a:ext>
            </a:extLst>
          </p:cNvPr>
          <p:cNvSpPr txBox="1"/>
          <p:nvPr/>
        </p:nvSpPr>
        <p:spPr>
          <a:xfrm>
            <a:off x="3264309" y="213555"/>
            <a:ext cx="68530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 Engineering College</a:t>
            </a: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(Autonomous)</a:t>
            </a: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Information Technology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31DE5-1977-A65D-1504-568C63960C46}"/>
              </a:ext>
            </a:extLst>
          </p:cNvPr>
          <p:cNvSpPr txBox="1"/>
          <p:nvPr/>
        </p:nvSpPr>
        <p:spPr>
          <a:xfrm>
            <a:off x="7521677" y="3234813"/>
            <a:ext cx="4355691" cy="2125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RAJU V (22IT056)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JOTHEESWARAN M(22ITL02)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VIGNESHWARAN M (22ITL08)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5487D-F354-F22C-D793-341894FAEBA3}"/>
              </a:ext>
            </a:extLst>
          </p:cNvPr>
          <p:cNvSpPr txBox="1"/>
          <p:nvPr/>
        </p:nvSpPr>
        <p:spPr>
          <a:xfrm>
            <a:off x="757084" y="3814916"/>
            <a:ext cx="4041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MENTOR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R. ANAND  AP/IT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8DA92-3AB3-8CB4-EB20-6FCB48FCD778}"/>
              </a:ext>
            </a:extLst>
          </p:cNvPr>
          <p:cNvSpPr txBox="1"/>
          <p:nvPr/>
        </p:nvSpPr>
        <p:spPr>
          <a:xfrm>
            <a:off x="3124986" y="2865481"/>
            <a:ext cx="579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22ITD01 – PROJECT FINAL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5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9B77-B584-69DF-8A17-62C47F7D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3ABA-881C-9D8B-3144-392492D1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612297"/>
            <a:ext cx="9250680" cy="37826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Real-Time Code Collaboration Platform that enables multiple developers to write, edit, and execute code simultaneously in a shared environment. Inspired by the power of GitHub and VS Code, this platform integrates WebSockets for live synchronization, cursor tracking, in-app chat, version control, and a sandboxed code execution engine. The main objective is to eliminate collaboration friction for remote development teams and provide a seamless, browser-based coding experience with zero setup.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8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BB76-DD9F-BF56-7F3B-31A0B3C8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96" y="411616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905668-373A-8FA0-AE0C-AD94C87E30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0256" y="1737179"/>
            <a:ext cx="8280152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collaboration is critical for modern software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like Google Docs don’t support live code execution.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management and conflict resolution are major pain points.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WebSockets and Docker enable real-time, isolated code collaboration at scale.</a:t>
            </a:r>
          </a:p>
        </p:txBody>
      </p:sp>
    </p:spTree>
    <p:extLst>
      <p:ext uri="{BB962C8B-B14F-4D97-AF65-F5344CB8AC3E}">
        <p14:creationId xmlns:p14="http://schemas.microsoft.com/office/powerpoint/2010/main" val="86904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A24D-8F52-B3F0-43D6-C0E07DA5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EF2D-95F8-61FB-6A84-EA492DA0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1. Processor: Intel i5 / i7 or equivalent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2. RAM: 16 GB recommended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Storage: 256 GB SSD or above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Operating System: Windows 10/11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Programming Language: Python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IDE: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VS Code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7895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4D4A-28B9-05CE-261A-0ACFCC5C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605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EA8A12-EA7D-0504-695A-53E8FC003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765177"/>
              </p:ext>
            </p:extLst>
          </p:nvPr>
        </p:nvGraphicFramePr>
        <p:xfrm>
          <a:off x="497205" y="1471613"/>
          <a:ext cx="10515600" cy="4943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193621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47851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29407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353800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43481525"/>
                    </a:ext>
                  </a:extLst>
                </a:gridCol>
              </a:tblGrid>
              <a:tr h="43287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238460"/>
                  </a:ext>
                </a:extLst>
              </a:tr>
              <a:tr h="1251328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Collaborative Editing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Ellis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WebSockets + 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sync with Operational 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Conflict resolution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927749"/>
                  </a:ext>
                </a:extLst>
              </a:tr>
              <a:tr h="96032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Sandboxed Code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Inc. Docs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Isolated execution per user 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 start latency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636359"/>
                  </a:ext>
                </a:extLst>
              </a:tr>
              <a:tr h="960322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Pub/Sub with 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 Labs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 Pub/Sub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Low-latency event broadcasting at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Single-threaded; needs clustering for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62041"/>
                  </a:ext>
                </a:extLst>
              </a:tr>
              <a:tr h="669315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In-Browser Version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&amp; Isomorphic-git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+ REST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commit history and rollback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conflicts in concurrent edits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719766"/>
                  </a:ext>
                </a:extLst>
              </a:tr>
              <a:tr h="669315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Cursor Tracking &amp; Presence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Frazee &amp; Levin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 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user cursor and selection broadcast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 spikes on weak connections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32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79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412C-7AF5-FEBA-2AD8-D9167441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2ADA29-0AD7-7362-0C4C-BC62ADE37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34072"/>
            <a:ext cx="9676047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use separate tools: GitHub for versioning, Slack for chat, local IDEs for coding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CodeSandbox lack real-time multi-user cursor tracking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version control within a shared coding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requires local setup; no cloud sandbox exists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fragmented across different apps and contexts </a:t>
            </a:r>
          </a:p>
        </p:txBody>
      </p:sp>
    </p:spTree>
    <p:extLst>
      <p:ext uri="{BB962C8B-B14F-4D97-AF65-F5344CB8AC3E}">
        <p14:creationId xmlns:p14="http://schemas.microsoft.com/office/powerpoint/2010/main" val="153262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530-7C78-2B65-7151-ADB7EF4D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CEDE4E-5F63-FFA6-EF8A-A12124B05C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8591" y="1617869"/>
            <a:ext cx="7194598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live cursor tracking or real-time co-editing in existing solutions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requires local environment setup by each user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history is managed externally with no in-app diff viewer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and collaboration context is separated from code files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single platform combines editing, running, versioning and chat </a:t>
            </a:r>
          </a:p>
        </p:txBody>
      </p:sp>
    </p:spTree>
    <p:extLst>
      <p:ext uri="{BB962C8B-B14F-4D97-AF65-F5344CB8AC3E}">
        <p14:creationId xmlns:p14="http://schemas.microsoft.com/office/powerpoint/2010/main" val="62646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34B2-3D42-422D-A663-3B17A86B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2958DF-5282-067A-9F71-D944C325DA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139"/>
            <a:ext cx="720101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browser-based real-time code collaboration platform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OT/CRDT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conflict-free live multi-cursor editing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Docker sandboxed code execution for multiple languages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version control with commit history, diff viewer, and rollback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Redis-backed pub/sub for low-latency event broadcasting </a:t>
            </a:r>
          </a:p>
        </p:txBody>
      </p:sp>
    </p:spTree>
    <p:extLst>
      <p:ext uri="{BB962C8B-B14F-4D97-AF65-F5344CB8AC3E}">
        <p14:creationId xmlns:p14="http://schemas.microsoft.com/office/powerpoint/2010/main" val="110431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FE87-4C65-F4A6-8BA8-13FD5D04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2D01B9-2183-F61E-5AA5-0C3F6270B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271016"/>
            <a:ext cx="4832022" cy="51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2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8DCF-1399-2E36-68F5-C4EBFD94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FBCF-F68E-76D9-9668-18F7E4D9F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Real-Time Editor with WebSocket Sync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Chat System and Cursor Tracking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Version Control and Diff Management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Docker Code Execution Sandbox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515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FD40-0B8E-7DF5-8750-EFB993E0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" y="-70564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Screenshots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53BCE-80CC-8947-C163-3EF7C6DD9715}"/>
              </a:ext>
            </a:extLst>
          </p:cNvPr>
          <p:cNvSpPr txBox="1"/>
          <p:nvPr/>
        </p:nvSpPr>
        <p:spPr>
          <a:xfrm>
            <a:off x="93406" y="1439210"/>
            <a:ext cx="4149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Login - Multi-user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7520A-34B6-CADB-790F-A02A6F492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8" y="1900875"/>
            <a:ext cx="9347774" cy="461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40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12A6-995E-E572-09AC-5B877A4F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2C65-BC4B-8C42-E32D-2F12B6CF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Screenshots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D81D2A-355B-4F82-E8E5-E8A429B1C2D9}"/>
              </a:ext>
            </a:extLst>
          </p:cNvPr>
          <p:cNvSpPr txBox="1"/>
          <p:nvPr/>
        </p:nvSpPr>
        <p:spPr>
          <a:xfrm>
            <a:off x="201561" y="1458875"/>
            <a:ext cx="4086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code - Multi-user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BA21C-EB49-70E8-F3D4-7E28EF022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5" y="2289872"/>
            <a:ext cx="8318877" cy="42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75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0E38-018F-36D6-9B5C-1A202D07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2216-1D7E-CD46-A800-4C90C313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Screenshots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7F1BB-BE34-F765-E607-B5B668E3A0EB}"/>
              </a:ext>
            </a:extLst>
          </p:cNvPr>
          <p:cNvSpPr txBox="1"/>
          <p:nvPr/>
        </p:nvSpPr>
        <p:spPr>
          <a:xfrm>
            <a:off x="201561" y="1458875"/>
            <a:ext cx="4149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Dashboard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28025-2396-0040-3611-B48DE5FB0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" y="2289872"/>
            <a:ext cx="8577072" cy="436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9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FEB6-6938-DEF9-5F9B-1DFE71B4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F99B-2E64-CF01-5DCE-E9BEB145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Screenshots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60BB7-D87B-8298-20EF-3B67C433F8BF}"/>
              </a:ext>
            </a:extLst>
          </p:cNvPr>
          <p:cNvSpPr txBox="1"/>
          <p:nvPr/>
        </p:nvSpPr>
        <p:spPr>
          <a:xfrm>
            <a:off x="201561" y="1458875"/>
            <a:ext cx="4149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4.</a:t>
            </a:r>
            <a:r>
              <a:rPr lang="en-I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Server Runing</a:t>
            </a:r>
            <a:r>
              <a:rPr lang="en-GB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:</a:t>
            </a:r>
            <a:endParaRPr lang="en-IN" sz="24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88700-B086-CF95-207C-56D8D4DC4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91" y="2053852"/>
            <a:ext cx="7839489" cy="46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7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D6E8-4189-06A1-BB92-11B687A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6" y="197977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5A5D5-EA41-B9FA-6A7D-0E55BC41F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" y="150174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latency achieved under 50ms for real-time sync.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Metrics: 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Users Supported: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Response Time: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 sec (Docker)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Snapshots Supported: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100+ commits/session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tracking lag reduced to under 30ms via Redis pub/sub.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Discussion: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pub/sub architecture outperformed polling-based sync by 4x.</a:t>
            </a:r>
          </a:p>
        </p:txBody>
      </p:sp>
    </p:spTree>
    <p:extLst>
      <p:ext uri="{BB962C8B-B14F-4D97-AF65-F5344CB8AC3E}">
        <p14:creationId xmlns:p14="http://schemas.microsoft.com/office/powerpoint/2010/main" val="269102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4E95-3D89-A0BE-D758-74675792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80" y="261984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134BE8-6371-06DE-4C87-52B8E8A893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7280" y="1509805"/>
            <a:ext cx="8360366" cy="2191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multi-user code collaboration.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sandboxing ensures safe, isolated code execution.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 and Redis architecture delivers low-latency performance.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complete Mini GitHub + VS Code experience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110348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1C46-607A-2913-6891-546D05F3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43" y="401701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C8295-D902-E3B6-6DE7-7ECF2E3E2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253" y="1400420"/>
            <a:ext cx="5552768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AI-powered code completion (GitHub Copilot-style) integration.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languages: Go, Rust, Java, C++.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team workspace with role-based access control.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P2P WebRTC video/audio for pair programming sessions.</a:t>
            </a:r>
          </a:p>
        </p:txBody>
      </p:sp>
    </p:spTree>
    <p:extLst>
      <p:ext uri="{BB962C8B-B14F-4D97-AF65-F5344CB8AC3E}">
        <p14:creationId xmlns:p14="http://schemas.microsoft.com/office/powerpoint/2010/main" val="148031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E14C-BD2E-7C20-2127-7FEDE2CD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788F62-3EB0-820F-DA60-532658DD56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5077" y="2106187"/>
            <a:ext cx="11652147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IN" sz="2000" b="0" i="0" u="none" strike="noStrike" baseline="0" dirty="0">
                <a:latin typeface="TimesNewRomanPSMT"/>
              </a:rPr>
              <a:t>[1] Ellis, C., &amp; Gibbs, S. (1989). "Concurrency control in groupware systems." ACM SIGMOD Record, 18(2), 399-407.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IN" sz="2000" b="0" i="0" u="none" strike="noStrike" baseline="0" dirty="0">
                <a:latin typeface="TimesNewRomanPSMT"/>
              </a:rPr>
              <a:t>[2] Docker Inc. (2023). </a:t>
            </a:r>
            <a:r>
              <a:rPr lang="en-IN" sz="2000" b="0" i="0" u="none" strike="noStrike" baseline="0" dirty="0" err="1">
                <a:latin typeface="TimesNewRomanPSMT"/>
              </a:rPr>
              <a:t>Container Docs.</a:t>
            </a:r>
            <a:r>
              <a:rPr lang="en-IN" sz="2000" b="0" i="0" u="none" strike="noStrike" baseline="0" dirty="0">
                <a:latin typeface="TimesNewRomanPSMT"/>
              </a:rPr>
              <a:t> </a:t>
            </a:r>
            <a:r>
              <a:rPr lang="en-IN" sz="2000" b="0" i="0" u="none" strike="noStrike" baseline="0" dirty="0" err="1">
                <a:latin typeface="TimesNewRomanPSMT"/>
              </a:rPr>
              <a:t>docs.docker.com</a:t>
            </a:r>
            <a:r>
              <a:rPr lang="en-IN" sz="2000" b="0" i="0" u="none" strike="noStrike" baseline="0" dirty="0">
                <a:latin typeface="TimesNewRomanPSMT"/>
              </a:rPr>
              <a:t>. (Sandboxed code execution per session.)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IN" sz="2000" b="0" i="0" u="none" strike="noStrike" baseline="0" dirty="0">
                <a:latin typeface="TimesNewRomanPSMT"/>
              </a:rPr>
              <a:t>[3] Redis Labs (2023). "Redis Pub/Sub Documentation." redis.io. (Real-time event broadcasting between collaboration sessions.)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IN" sz="2000" b="0" i="0" u="none" strike="noStrike" baseline="0" dirty="0">
                <a:latin typeface="TimesNewRomanPSMT"/>
              </a:rPr>
              <a:t>[4] Mozilla MDN (2023). "The WebSocket API." developer.mozilla.org. (Core duplex communication for live collaborative editing.)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IN" sz="2000" b="0" i="0" u="none" strike="noStrike" baseline="0" dirty="0">
                <a:latin typeface="TimesNewRomanPSMT"/>
              </a:rPr>
              <a:t>[5] Frazee, A. &amp; Levin, J. (2017). "Presence and Cursor Tracking in Collaborative Editors." </a:t>
            </a:r>
            <a:r>
              <a:rPr lang="en-IN" sz="2000" b="0" i="0" u="none" strike="noStrike" baseline="0" dirty="0" err="1">
                <a:latin typeface="TimesNewRomanPSMT"/>
              </a:rPr>
              <a:t>Proc.</a:t>
            </a:r>
            <a:r>
              <a:rPr lang="en-IN" sz="2000" b="0" i="0" u="none" strike="noStrike" baseline="0" dirty="0">
                <a:latin typeface="TimesNewRomanPSMT"/>
              </a:rPr>
              <a:t> CSCW. (Inspiration for multi-user cursor and selection broadcast.)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86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867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TimesNewRomanPSMT</vt:lpstr>
      <vt:lpstr>Office Theme</vt:lpstr>
      <vt:lpstr>Real-Time Code Collaboration Platform</vt:lpstr>
      <vt:lpstr>Abstract</vt:lpstr>
      <vt:lpstr>  Introduction</vt:lpstr>
      <vt:lpstr>Requirements</vt:lpstr>
      <vt:lpstr>Literature Review</vt:lpstr>
      <vt:lpstr>Existing System</vt:lpstr>
      <vt:lpstr>Drawbacks of Existing System</vt:lpstr>
      <vt:lpstr>Proposed Work</vt:lpstr>
      <vt:lpstr>Block Diagram</vt:lpstr>
      <vt:lpstr>Modules </vt:lpstr>
      <vt:lpstr>Project Output Screenshots</vt:lpstr>
      <vt:lpstr>Project Output Screenshots</vt:lpstr>
      <vt:lpstr>Project Output Screenshots</vt:lpstr>
      <vt:lpstr>Project Output Screenshots</vt:lpstr>
      <vt:lpstr>Results &amp; Discussion 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AI and ML</dc:title>
  <dc:creator>Sivachidhambaram S</dc:creator>
  <cp:lastModifiedBy>VIGNESHWARAN M</cp:lastModifiedBy>
  <cp:revision>12</cp:revision>
  <dcterms:created xsi:type="dcterms:W3CDTF">2026-02-23T15:46:06Z</dcterms:created>
  <dcterms:modified xsi:type="dcterms:W3CDTF">2026-05-08T03:40:05Z</dcterms:modified>
</cp:coreProperties>
</file>